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5" r:id="rId4"/>
    <p:sldId id="266" r:id="rId5"/>
    <p:sldId id="267" r:id="rId6"/>
    <p:sldId id="268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6" d="100"/>
          <a:sy n="76" d="100"/>
        </p:scale>
        <p:origin x="-1206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29592"/>
            <a:ext cx="7772400" cy="1470025"/>
          </a:xfrm>
        </p:spPr>
        <p:txBody>
          <a:bodyPr/>
          <a:lstStyle/>
          <a:p>
            <a:r>
              <a:rPr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Robotic Sensing and Manipulation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0871" y="801665"/>
            <a:ext cx="6400800" cy="1328759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Chapter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Definition and overview of </a:t>
            </a:r>
            <a:r>
              <a:rPr lang="en-US" dirty="0" smtClean="0"/>
              <a:t>robotics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2604"/>
            <a:ext cx="8229600" cy="4873560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Definition of Robotics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Robotics is a branch of Artificial Intelligence and engineering that deals with the design, construction, operation, and application of robots.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combines mechanical engineering, electronics, computer science, and control systems to create machines that can perform tasks automatically or semi-automatically.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 robot is a programmable machine capable of carrying out tasks with little or no human assistance. Robots can sense their environment, process information, and perform actions based on programmed instructions.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Overview of Robotics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Robotics focuses on developing intelligent machines that can assist humans in different areas such as industry, healthcare, agriculture, education, transportation, and space exploration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Main Components of a </a:t>
            </a:r>
            <a:r>
              <a:rPr lang="en-US" b="1" dirty="0" smtClean="0"/>
              <a:t>Robot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27552"/>
            <a:ext cx="8229600" cy="4898612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Sensors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– Devices that collect information from the environment (e.g., cameras, temperature sensors, infrared sensors). </a:t>
            </a:r>
          </a:p>
          <a:p>
            <a:pPr algn="just"/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Controller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– The “brain” of the robot that processes information and makes decisions. </a:t>
            </a:r>
          </a:p>
          <a:p>
            <a:pPr algn="just"/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Actuators</a:t>
            </a:r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– Components such as motors that help the robot move or perform actions. </a:t>
            </a:r>
          </a:p>
          <a:p>
            <a:pPr algn="just"/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Power Supply</a:t>
            </a:r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– Provides energy to operate the robot. </a:t>
            </a:r>
          </a:p>
          <a:p>
            <a:pPr algn="just"/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Software/Programming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– Instructions that control robot behavior.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826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Types of </a:t>
            </a:r>
            <a:r>
              <a:rPr lang="en-US" b="1" dirty="0" smtClean="0"/>
              <a:t>Robots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Industrial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Robots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– Used in manufacturing and assembly lines. </a:t>
            </a:r>
          </a:p>
          <a:p>
            <a:pPr algn="just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Service Robots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– Help humans in homes, hospitals, and offices. </a:t>
            </a:r>
          </a:p>
          <a:p>
            <a:pPr algn="just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Mobile Robots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– Move from place to place, such as delivery robots. </a:t>
            </a:r>
          </a:p>
          <a:p>
            <a:pPr algn="just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Humanoid Robots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– Designed to resemble and interact like humans. </a:t>
            </a:r>
          </a:p>
          <a:p>
            <a:pPr algn="just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Autonomous Robots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– Operate independently without constant human control.</a:t>
            </a: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556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Applications of </a:t>
            </a:r>
            <a:r>
              <a:rPr lang="en-US" b="1" dirty="0" smtClean="0"/>
              <a:t>Robotics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Applications of robotics in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industry, healthcare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and daily life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Manufacturing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and automation 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Medical surgery and healthcare 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Agriculture and farming 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Military and security 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Space exploration 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Education and research</a:t>
            </a:r>
          </a:p>
          <a:p>
            <a:pPr>
              <a:buFont typeface="Wingdings" pitchFamily="2" charset="2"/>
              <a:buChar char="Ø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9017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Advantages of Robotics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2500"/>
            <a:ext cx="8229600" cy="492366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High accuracy and efficiency </a:t>
            </a:r>
            <a:endParaRPr lang="en-US" dirty="0" smtClean="0"/>
          </a:p>
          <a:p>
            <a:r>
              <a:rPr lang="en-US" dirty="0" smtClean="0"/>
              <a:t>Ability </a:t>
            </a:r>
            <a:r>
              <a:rPr lang="en-US" dirty="0"/>
              <a:t>to work in dangerous </a:t>
            </a:r>
            <a:r>
              <a:rPr lang="en-US" dirty="0" smtClean="0"/>
              <a:t>environments</a:t>
            </a:r>
          </a:p>
          <a:p>
            <a:r>
              <a:rPr lang="en-US" dirty="0" smtClean="0"/>
              <a:t>Continuous </a:t>
            </a:r>
            <a:r>
              <a:rPr lang="en-US" dirty="0"/>
              <a:t>operation without </a:t>
            </a:r>
            <a:r>
              <a:rPr lang="en-US" dirty="0" smtClean="0"/>
              <a:t>fatigue</a:t>
            </a:r>
          </a:p>
          <a:p>
            <a:r>
              <a:rPr lang="en-US" dirty="0" smtClean="0"/>
              <a:t>Increased productivity</a:t>
            </a:r>
          </a:p>
          <a:p>
            <a:r>
              <a:rPr lang="en-US" b="1" dirty="0"/>
              <a:t>Challenges of Robotics</a:t>
            </a:r>
          </a:p>
          <a:p>
            <a:r>
              <a:rPr lang="en-US" dirty="0"/>
              <a:t>High development and maintenance cost </a:t>
            </a:r>
          </a:p>
          <a:p>
            <a:r>
              <a:rPr lang="en-US" dirty="0"/>
              <a:t>Limited decision-making in complex situations </a:t>
            </a:r>
          </a:p>
          <a:p>
            <a:r>
              <a:rPr lang="en-US" dirty="0"/>
              <a:t>Risk of job displacement in some industries </a:t>
            </a:r>
          </a:p>
          <a:p>
            <a:r>
              <a:rPr lang="en-US" dirty="0"/>
              <a:t>Dependence on power and programming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880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Sensing in Robotics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Robots use sensors to perceive the environment</a:t>
            </a:r>
          </a:p>
          <a:p>
            <a:r>
              <a:rPr dirty="0"/>
              <a:t>Common sensors: </a:t>
            </a:r>
            <a:r>
              <a:rPr dirty="0">
                <a:solidFill>
                  <a:srgbClr val="FF0000"/>
                </a:solidFill>
              </a:rPr>
              <a:t>cameras, ultrasonic sensors, infrared sensors</a:t>
            </a:r>
          </a:p>
          <a:p>
            <a:r>
              <a:rPr dirty="0"/>
              <a:t>Sensors help robots make intelligent decisions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Manipulation in Robotics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Manipulation refers to handling objects and performing tasks</a:t>
            </a:r>
          </a:p>
          <a:p>
            <a:r>
              <a:t>Robotic arms and grippers are common manipulation tools</a:t>
            </a:r>
          </a:p>
          <a:p>
            <a:r>
              <a:t>Used in manufacturing, surgery, and automation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Human–Robot Interaction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Interaction between humans and robots</a:t>
            </a:r>
          </a:p>
          <a:p>
            <a:r>
              <a:t>Focus on communication, safety, and collaboration</a:t>
            </a:r>
          </a:p>
          <a:p>
            <a:r>
              <a:t>Examples: service robots, healthcare assistants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Navigation and Path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Robots must move safely and efficiently</a:t>
            </a:r>
          </a:p>
          <a:p>
            <a:r>
              <a:t>Path planning determines the best route</a:t>
            </a:r>
          </a:p>
          <a:p>
            <a:r>
              <a:t>Navigation uses maps, sensors, and algorithms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Autonomous Robotic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Autonomous robots operate with minimal human control</a:t>
            </a:r>
          </a:p>
          <a:p>
            <a:r>
              <a:t>Examples: self-driving cars, drones, warehouse robots</a:t>
            </a:r>
          </a:p>
          <a:p>
            <a:r>
              <a:t>Advantages include efficiency and accuracy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Future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Challenges: safety, cost, and ethical concerns</a:t>
            </a:r>
          </a:p>
          <a:p>
            <a:r>
              <a:t>Future trends include AI integration and smarter robots</a:t>
            </a:r>
          </a:p>
          <a:p>
            <a:r>
              <a:t>Increasing use of collaborative robots (cobots)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Robotics combines sensing, manipulation, and autonomy</a:t>
            </a:r>
          </a:p>
          <a:p>
            <a:r>
              <a:t>Robots improve productivity and assist humans</a:t>
            </a:r>
          </a:p>
          <a:p>
            <a:r>
              <a:t>Future advancements will expand robotic capabilities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513</Words>
  <Application>Microsoft Office PowerPoint</Application>
  <PresentationFormat>On-screen Show (4:3)</PresentationFormat>
  <Paragraphs>67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Robotic Sensing and Manipulation</vt:lpstr>
      <vt:lpstr>Definition and overview of robotics</vt:lpstr>
      <vt:lpstr>Main Components of a Robot</vt:lpstr>
      <vt:lpstr>Types of Robots</vt:lpstr>
      <vt:lpstr>Applications of Robotics</vt:lpstr>
      <vt:lpstr>Advantages of Robotics</vt:lpstr>
      <vt:lpstr>Sensing in Robotics</vt:lpstr>
      <vt:lpstr>Manipulation in Robotics</vt:lpstr>
      <vt:lpstr>Human–Robot Interaction</vt:lpstr>
      <vt:lpstr>Navigation and Path Planning</vt:lpstr>
      <vt:lpstr>Autonomous Robotic Systems</vt:lpstr>
      <vt:lpstr>Challenges and Future Trends</vt:lpstr>
      <vt:lpstr>Conclusion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Robotic Sensing and Manipulation</dc:title>
  <dc:creator>user</dc:creator>
  <dc:description>generated using python-pptx</dc:description>
  <cp:lastModifiedBy>user</cp:lastModifiedBy>
  <cp:revision>9</cp:revision>
  <dcterms:created xsi:type="dcterms:W3CDTF">2013-01-27T09:14:16Z</dcterms:created>
  <dcterms:modified xsi:type="dcterms:W3CDTF">2026-05-14T07:26:24Z</dcterms:modified>
</cp:coreProperties>
</file>